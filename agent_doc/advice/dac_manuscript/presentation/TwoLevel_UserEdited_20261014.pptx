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有用词元所在页一旦被排除，精筛无法恢复；检索本身也有成本。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证据与范围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历史128/128配置五任务均值47.588；不是当前紧凑4/128候选的匹配质量—成本验证。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页权重排序≠词元TopK；实际1989/1989/2048词元，集合差异不代表质量优劣；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页到词元的级联稀疏选择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相关工作的级联选择先例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Q1：现有得分能否验证紧凑评分？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32K/64K/128K报告中位数之比（稀疏／稠密）：3.38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五任务均值；较名义全维页评分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>低0.322分。名义全维词元评分</ns2:t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>高0.078分；配置未确认匹配，</ns3:t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>不能隔离阶段效应。</ns4:t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候选访问与选择成本仍需匹配验证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表示与分配机制已具体化
当前4/128候选仍缺匹配质量—成本验证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