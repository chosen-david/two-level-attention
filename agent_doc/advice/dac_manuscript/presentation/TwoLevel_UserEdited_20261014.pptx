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o_observation_z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pic>
        <p:nvPicPr>
          <p:cNvPr id="102" name="Picture 101" descr="o_observation_z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822960" y="7744968"/>
            <a:ext cx="1362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实际2053/2053/2048词元；(b)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