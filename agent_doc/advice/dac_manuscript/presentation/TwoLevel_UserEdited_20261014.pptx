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731520" y="6537960"/>
            <a:ext cx="13807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Qwen3-8B / RULER 32K · 11任务×100例/臂 · K=1024 / 保护4/128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K₁=128，β .125→.0625：AVG 58.30→59.29；近/远页16/112→8/120，词元640/252→320/572。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新增全量 K₁=256、β .03125：AVG 58.96（比59.29低0.33）；CWE +3.9、FWE −9.67仅作逐任务诊断。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名义近页仍8、词元仍320/572、远页120→248；记录数据/评分器身份相同，原预测未独立重放，机制未隔离。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历史FullKV 59.38（比59.29高0.09）：身份不完整、评分器版本不同，历史参考链未统一重评分。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主比较为完整11任务算术AVG；不证明质量保持、统计非劣或匹配完整请求收益。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6446520"/>
            <a:ext cx="1335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Qwen3-32B / RULER 32K · 11任务×100例/臂 · 4/128保护、K=1024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稀疏AVG 50.64 / FullKV 52.22（−1.58）；MK2 +11，CWE −8.80，FWE −7.33。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两臂MQ/MV均零不定因；记录模型/源数据/评分器一致，但跨机且原始预测未独立重放。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限描述性比较：不隔离分配机制，不证明质量保持或匹配质量—成本收益。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