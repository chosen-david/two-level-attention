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446520"/>
            <a:ext cx="1335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Qwen3-32B / RULER 32K · 11任务×100例/臂 · 4/128保护、K=1024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稀疏AVG 50.64 / FullKV 52.22（−1.58）；MK2 +11，CWE −8.80，FWE −7.33。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两臂MQ/MV均零不定因；记录模型/源数据/评分器一致，但跨机且原始预测未独立重放。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限描述性比较：不隔离分配机制，不证明质量保持或匹配质量—成本收益。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