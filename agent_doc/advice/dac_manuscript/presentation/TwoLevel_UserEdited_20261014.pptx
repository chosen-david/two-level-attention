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低频共享表示与近远分区的稀疏注意力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页粗筛排除的历史，后续词元精筛无法恢复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。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L1 / L2共享低频RoPE32视图，分区筛页与词元，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按组共享选集后用原128维 Q / K / 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V完成注意力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。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初步结果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Qwen3-8B五任务均值47.588，较名义全维页评分配置低0.322分。差值仅作描述，不能隔离阶段效应。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稠密参考：距离密度与整箱捕获诊断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1920240"/>
            <a:ext cx="6583680" cy="5404513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863840" y="2011680"/>
            <a:ext cx="64922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 · 归档128/128保护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密度：MuSiQue样本1 / 层24 / q9996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每有效词元平均注意力权重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四条源序列，128条相关查询／层观测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注意力保留率：远0.6759，近0.9315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各区选中权重和／该区总权重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每观测同一全局整箱选集≤2048中间词元；不是K1024方法选集、最优上界或任务质量。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页到词元的级联稀疏选择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相关工作的级联选择先例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共享表示、区域容量与远端控制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同一坐标视图服务页筛选与词元精筛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三种名义配置的描述性比较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三档稀疏计时均高于稠密；汇总不能定位因果瓶颈。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表示、检索范围与门控的初步结果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ruler128k_current_z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表示质量与执行成本的取舍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五任务均值47.588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>配置差值不能隔离评分阶段效应</ns7:t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小幅均值变化掩盖逐任务损失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>低预填充概率不能保证解码质量</ns9:t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