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RULER 32K／64K：方法配置与稠密 FullKV 的 AVG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Picture 4" descr="ruler32k_avg_compact_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06440"/>
            <a:ext cx="13533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100例／任务／臂；32K跨机：8B β=.0625、评分器不同；32B β=.125、清单匹配。</a:t>
            </a:r>
          </a:p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64K稀疏两臂报告同机、评分器哈希相同，但生成脚本／有效配置不同；稠密锚另次运行、评分器不同、legacy-partial。</a:t>
            </a:r>
          </a:p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仅稀疏臂K=1024，页64／K₁=128／保护4+128／cmp4；门控与实际评分维数未核。</a:t>
            </a:r>
          </a:p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描述性汇总；预测未重放、无配对区间，不证明因果、非劣或匹配质量—完整请求成本收益。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32K／64K逐任务差异解释 AVG，不另设逐项零损门槛</a:t>
            </a:r>
          </a:p>
        </p:txBody>
      </p:sp>
      <p:pic>
        <p:nvPicPr>
          <p:cNvPr id="5" name="Picture 4" descr="ruler32k_comparison_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417320"/>
            <a:ext cx="9784080" cy="6201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680960"/>
            <a:ext cx="1280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64K：三臂MultiKey-3均为0、CWE均低于1；稀疏臂评分器哈希相同，生成脚本／有效配置不同。</a:t>
            </a:r>
          </a:p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稠密锚另次运行、不同评分器、legacy-partial；预测未重放，无配对区间；门控与实际维数未核。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