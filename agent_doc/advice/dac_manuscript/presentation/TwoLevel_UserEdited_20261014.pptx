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均值可能稀释少数高分词元，极值上界可能宽松；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页权重排序≠词元TopK；实际1989/1989/2048词元；表示与池化混杂，均值／极值都漏选参考页；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